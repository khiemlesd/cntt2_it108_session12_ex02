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EDTECH STARTUP | TÍNH NĂNG LỚP HỌC ẢO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Nền tảng Học trực tuyến PTIT-Learning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Tương tác thời gian thực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Phòng học ảo chuẩn HD tích hợp WebRTC. Giảm độ trễ truyền tải audio/video xuống dưới 200ms với băng thông tối ưu.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Đa cầu truyền hình HD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Bảng trắng đa điểm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Giơ tay &amp; Chat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828800"/>
            <a:ext cx="3328416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Quản lý dữ liệu thông minh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Theo dõi 200+ khóa học &amp; học viên đăng ký đa kênh (Ads, Form, Zalo). Bộ lọc AutoFilter linh hoạt cho chuyên cần.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AutoFilter đa điều kiện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Cảnh báo chuyên cần &lt; 7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Phân tích kênh đăng ký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828800"/>
            <a:ext cx="3328416" cy="384048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Lộ trình học tập trực quan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Sơ đồ Flowchart tiến trình bài học giúp học viên và giảng viên dễ dàng làm chủ tri thức và đánh giá kết quả.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Chuẩn hóa 3 vùng thiết kế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Đo lường tỷ lệ hoàn thành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Báo cáo điểm danh tự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92B0"/>
                </a:solidFill>
              </a:defRPr>
            </a:pPr>
            <a:r>
              <a:t>PTIT-Learning — Đồng hành cùng bạn trên hành trình tri thức  |  Trang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SƠ ĐỒ TIẾN TRÌNH / FLOWCHART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Lộ Trình Học Tập &amp; Tương Tác Trong Lớp Học 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377440" cy="34747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t>Bước 1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Đăng ký &amp; Xếp lớp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Học viên đăng ký qua Form/Ads. Hệ thống duyệt chuyên cần và phân lớp.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82112" y="3474720"/>
            <a:ext cx="256032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11296" y="2011680"/>
            <a:ext cx="2377440" cy="347472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t>Bước 2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Vào Phòng Học Ảo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Kiểm tra Mic/Cam tự động. Đăng nhập lớp học qua mã PIN bảo mật.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474720"/>
            <a:ext cx="256032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1072" y="2011680"/>
            <a:ext cx="2377440" cy="347472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t>Bước 3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Tương Tác Bài Giảng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Nghe giảng thời gian thực, thảo luận nhóm, ghi chú trên bảng trắng tương tác.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41664" y="3474720"/>
            <a:ext cx="256032" cy="36576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70848" y="2011680"/>
            <a:ext cx="2377440" cy="34747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t>Bước 4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Đánh Giá &amp; Lưu Trữ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Tự động xuất báo cáo điểm danh và xem lại video ghi hình buổi học trên Cloud.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92B0"/>
                </a:solidFill>
              </a:defRPr>
            </a:pPr>
            <a:r>
              <a:t>PTIT-Learning — Thiết kế slide chuẩn 3 vùng  |  Contrast Ratio &gt; 4.5:1  |  Trang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